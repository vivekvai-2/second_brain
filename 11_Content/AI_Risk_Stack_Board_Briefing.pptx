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board-governance talk, not a technical one. One AI system now sits under three regulators that never coordinated. The board pays for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stakes. The board's exposure is not any single rule — it is the un-coordinated sum of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'stack' is the mental model to give the board. Note the widening base — obligations accumulate downward onto the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across: four of these land directly on the board. The point is not the individual rules but that they arrive uncoordinated.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signature construct. The board's takeaway: the overlap is structural, measurable, and will not fix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compliance cost as an information-management burden the board can see and question. It is not inefficiency — it is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why the board gets two different pictures of the same risk. The fix is a single lens, next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tangible. Ask the board: do you have ONE protocol that fires all four, or four teams discovering the overlap under pressure?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organising recommendation: collapse three parallel reviews into one integrated board mandate. This is the governance dividend.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board with actions and questions they can put to management on Monday. These are the leave-behind's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reframe: the board's job is not to comply harder, but to coordinate what the regulators didn't.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371600"/>
            <a:ext cx="3566160" cy="38404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874520"/>
            <a:ext cx="3566160" cy="384048"/>
          </a:xfrm>
          <a:prstGeom prst="rect">
            <a:avLst/>
          </a:prstGeom>
          <a:solidFill>
            <a:srgbClr val="CADCFC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2377440"/>
            <a:ext cx="3566160" cy="384048"/>
          </a:xfrm>
          <a:prstGeom prst="rect">
            <a:avLst/>
          </a:prstGeom>
          <a:solidFill>
            <a:srgbClr val="E8A33D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C-DiIT  ·  IIM KOZHIKODE  ·  WEBINAR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Risk Stack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DPDP, CERT-In and RBI mandates into board-level cyber governance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292608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72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Vaidyanathan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Agnishodh — Indian Army's Research &amp; Innovation Cell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0" y="4617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July 2026  ·  3:00 PM IST
</a:t>
            </a:r>
            <a:pPr algn="l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 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system. Three regulators. Zero cross-reference.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84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 2023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/ Data Protection Board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data, consent, breach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9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084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CERT-In Directions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57860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— national CERT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Cyber-incident reporting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9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084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 FREE-AI + IT Risk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3880" y="257860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Bank of India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8388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risk, operational resilience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     ▼        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07442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system — one credit-scoring or algo-trading model — must satisfy all three, on different timelines and formats.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instruments references the others. Coordination the regulators did not do becomes work the board must absorb.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governance problem — how authority and accountability are allocated — not a technical 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— Cybersecurity_Governance &amp; BFSI_Governance domain notes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Risk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regulatory layers sit on top of a single AI system. Each governs it independently.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589520" cy="841248"/>
          </a:xfrm>
          <a:prstGeom prst="roundRect">
            <a:avLst>
              <a:gd name="adj" fmla="val 5435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671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 Cyber Framework (Oct 2025)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Capital-markets layer — 24/7 SOC, quarterly board cyber review, algo-trading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7882128" cy="841248"/>
          </a:xfrm>
          <a:prstGeom prst="roundRect">
            <a:avLst>
              <a:gd name="adj" fmla="val 5435"/>
            </a:avLst>
          </a:prstGeom>
          <a:solidFill>
            <a:srgbClr val="9FB6E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9816"/>
            <a:ext cx="7424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 — FREE-AI + IT Risk / Outsourcing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447288"/>
            <a:ext cx="7424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Prudential layer — model risk, third-party AI, operational resilience, board oversight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22776"/>
            <a:ext cx="8174736" cy="841248"/>
          </a:xfrm>
          <a:prstGeom prst="roundRect">
            <a:avLst>
              <a:gd name="adj" fmla="val 5435"/>
            </a:avLst>
          </a:prstGeom>
          <a:solidFill>
            <a:srgbClr val="5E7BC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32504"/>
            <a:ext cx="7717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CERT-In Directions 2022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379976"/>
            <a:ext cx="7717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layer — 6-hour cyber-incident reporting, covers AI-system failures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8467344" cy="841248"/>
          </a:xfrm>
          <a:prstGeom prst="roundRect">
            <a:avLst>
              <a:gd name="adj" fmla="val 543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6519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 2023 + Rules 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312664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lawful processing, consent, DPIA, breach notification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1160" y="2057400"/>
            <a:ext cx="2331720" cy="3712464"/>
          </a:xfrm>
          <a:prstGeom prst="roundRect">
            <a:avLst>
              <a:gd name="adj" fmla="val 3137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286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26517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· algo-trading · fraud · KYC · chatbots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64040" y="3657600"/>
            <a:ext cx="196596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379476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four accountabilities, no shared map — the stack the board actually owns.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domain notes — Privacy_DataProtection, Cybersecurity_Governance, RBI_FREE_AI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mandate actually demands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66928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/ Instrument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Board-level obligation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/ hook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DPIA, lawful &amp; revocable consent, DPO accountability, breach notification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Penalties up to ₹250 cr per violation category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CERT-In 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Cyber-incident detection &amp; response readiness at board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6-hour incident-reporting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RBI FREE-AI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Sutras · six pillars · 8-category AI risk taxonomy; board risk oversight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Supervisory exam consequences (Aug 2025)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RBI Outsourcing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Material-outsourcing governance for AI-as-a-service; audit rights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AIFI Directions — comply by 10 Apr 2026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 Cyber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SOC, Zero-Trust, quarterly board cyber review of algo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board-level attestation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= figure/date to verify before publishing (see leave-behind note)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— CERT_IN, RBI, RBI_FREE_AI, Privacy_DataProtection, Cybersecurity_Governance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Parallelism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Functionally equivalent mandates, issued by independent regulators governing the same systems, with no cross-reference between their instruments.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convergence (there is no coordination). Not contradiction (the obligations don't conflict). Duplication — and the burden lands on the regulated entity.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4023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instruments coded (RBI · SEBI · CERT-In, 2012–24)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3600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46817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units mandating equivalent behavioural monitoring across 4 instruments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29437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534009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between RBI FREE-AI and SEBI on AI governance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331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40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8388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pairs classified as Parallelism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4160520"/>
            <a:ext cx="2377440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4297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inter-coder agreement — a stable pattern, not a coding artefact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— Regulatory_Parallelism (P3 corpus, 492 pp / 450 requirement units)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THE ENTERPRISE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Debt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accumulated compliance-duplication burden transferred to the enterprise when parallel mandates force redundant controls, reports, attestations and audit trails.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mandates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0" y="278892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67712" y="27889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2576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duplication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30752" y="278892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86784" y="27889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governance infra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49824" y="278892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05856" y="27889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on the enterprise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lies in mandate architecture, not enterprise execution — so it persists regardless of how efficient the compliance team 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18120" y="1737360"/>
            <a:ext cx="3794760" cy="3977640"/>
          </a:xfrm>
          <a:prstGeom prst="roundRect">
            <a:avLst>
              <a:gd name="adj" fmla="val 2410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1488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8046720" y="30632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compliance effort in dual-regulated entities 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3794760"/>
            <a:ext cx="2423160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9776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 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operating budget lost to regulatory compliance in regulated environments 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— Governance_Debt; compliance-cost literature (⚠ verify figures)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BOARD HEARS MIXED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translation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asks the board to oversee two structurally different logics — as if they were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5E7BC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Incident-response logic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happen AFTER failure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6-hour reporting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24/7 SOC &amp; breach reporting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Reactive; oriented to detection &amp; recovery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0574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20574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2140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Pre-deployment governance logic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5508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assessed BEFORE deployment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FREE-AI risk taxonomy &amp; assurance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DPIA before processing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Preventive; oriented to design &amp; testing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run cyber reviews and AI-risk reviews as separate exercises against separate frameworks — duplicating effort and risking inconsistent risk narratives.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— Cybersecurity_Governance (incident vs pre-deployment tension)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failure, four regulatory triggers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1620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bank — RBI-regulated and a SEBI-registered broking arm — runs an AI credit-and-surveillance model. A data-poisoning incident corrupts outputs and exposes customer records.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8892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8036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CERT-In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57400" y="2926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cyber incident within 6 hours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3630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timeline &amp; format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278892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78892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88036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2926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Operational-resilience escalation; model-risk &amp; outsourcing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3630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expectations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5196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57400" y="4297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reporting for the broking arm; cyber-review to 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57400" y="5001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Capital-markets timeline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416052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416052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25196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89520" y="4297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Data Protection Board of personal-data breach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5001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statutory pathway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notifications, four timelines, four formats — for a single event. That gap between the four is Governance Debt made concrete.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case built from PRIS multi-regulator incident-overlap analysis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STACK LANDS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reviews — one board responsibility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SEBI, RBI and DPDP each route accountability to the board. Presented as three duties; in substance, one integrated risk responsibility.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9572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8529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board cyber review of algo/AI systems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87952" y="22402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239572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16552" y="28529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oversight of IT &amp; AI model risk under FREE-AI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27264" y="22402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9F0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55864" y="239572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55864" y="28529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accountability for data-protection governance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11680" y="4206240"/>
            <a:ext cx="77724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437083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board-level cyber-AI risk mandate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94560" y="4846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risk committee, one risk narrative, one evidence base — satisfying RBI, SEBI and DPDP simultaneously.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— Cybersecurity_Governance (board-level cyber accountability; OQ-CG-02)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PLAYBOOK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— and three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governance moves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ONE DPIA that simultaneously serves DPDP, RBI and SEBI expectations.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999232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integrated cyber-AI risk committee — not separate cyber and AI reviews.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89534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incident-reporting protocol that fires CERT-In + RBI + SEBI + DPDP together.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37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37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791456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parallelism exposure — inventory where mandates duplicate, and quantify the debt.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16916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620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every board should ask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697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52360" y="267919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AI systems, which obligations are duplicated across regulators — and what does that duplication cost us?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37216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370332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AI failure triggered all four regulators tomorrow, do we have a single protocol — or four scrambles?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47457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52360" y="472744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board cyber review and AI-risk review one integrated view, or two inconsistent narratives?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PRIS — BFSI_Governance &amp; Cybersecurity_Governance future-reuse / open questions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846320"/>
            <a:ext cx="3566160" cy="2011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5166360"/>
            <a:ext cx="3566160" cy="201168"/>
          </a:xfrm>
          <a:prstGeom prst="rect">
            <a:avLst/>
          </a:prstGeom>
          <a:solidFill>
            <a:srgbClr val="CADCFC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5486400"/>
            <a:ext cx="3566160" cy="201168"/>
          </a:xfrm>
          <a:prstGeom prst="rect">
            <a:avLst/>
          </a:prstGeom>
          <a:solidFill>
            <a:srgbClr val="E8A33D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is real. So is the debt.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64592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DPDP, CERT-In and RBI govern one AI system through un-coordinated layers.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64592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472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Parallelism — 23 of 40 pairs — makes the overlap structural and measurable.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24528"/>
            <a:ext cx="164592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0565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overlap becomes Governance Debt the board pays for.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164592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640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more compliance — it is one integrated board-level cyber-AI risk mandate.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27432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Vaidyanathan  ·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Risk Stack  ·  C-DiIT, IIM Kozhikode  ·  30 July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Risk Stack</dc:title>
  <dc:subject>PptxGenJS Presentation</dc:subject>
  <dc:creator>Vivek Vaidyanathan</dc:creator>
  <cp:lastModifiedBy>Vivek Vaidyanathan</cp:lastModifiedBy>
  <cp:revision>1</cp:revision>
  <dcterms:created xsi:type="dcterms:W3CDTF">2026-07-15T04:13:10Z</dcterms:created>
  <dcterms:modified xsi:type="dcterms:W3CDTF">2026-07-15T04:13:10Z</dcterms:modified>
</cp:coreProperties>
</file>